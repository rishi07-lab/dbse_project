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F6DEE5B-1103-101D-9EF1-58CB9E24364B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B4AB2549-CCE8-BE22-0130-A3BDF2476974}">
          <p14:sldIdLst>
            <p14:sldId id="261"/>
            <p14:sldId id="262"/>
            <p14:sldId id="263"/>
            <p14:sldId id="264"/>
            <p14:sldId id="265"/>
          </p14:sldIdLst>
        </p14:section>
        <p14:section name="Wrap-up" id="{3ABDA32D-C708-452C-657E-B6DE8ABF2C88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63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</a:rPr>
              <a:t>Hospital Management System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CarePulse HMS  |  K L (Deemed to be) University</a:t>
            </a:r>
            <a:endParaRPr lang="en-US" sz="1500" dirty="0"/>
          </a:p>
        </p:txBody>
      </p:sp>
      <p:sp>
        <p:nvSpPr>
          <p:cNvPr id="4" name="team"/>
          <p:cNvSpPr/>
          <p:nvPr/>
        </p:nvSpPr>
        <p:spPr>
          <a:xfrm>
            <a:off x="457200" y="2194560"/>
            <a:ext cx="39319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5" name="guide"/>
          <p:cNvSpPr/>
          <p:nvPr/>
        </p:nvSpPr>
        <p:spPr>
          <a:xfrm>
            <a:off x="4754880" y="2194560"/>
            <a:ext cx="39319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TEAM MEMBERS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G. Rishitha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2520030101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Sree Haasini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2520030491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Priya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2520030492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GUIDE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69748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Dr </a:t>
            </a:r>
            <a:r>
              <a:rPr lang="en-US" sz="2000" b="1">
                <a:solidFill>
                  <a:schemeClr val="bg1"/>
                </a:solidFill>
              </a:rPr>
              <a:t>Y Prasanthi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Assistant Professor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Department of Computer Science and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CarePulse HMS is a web-based Hospital Management System that brings hospital information into one centralized platform. It manages patients, doctors, medical records, medicines, prescriptions, laboratory work, billing, payments and insurance.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Admin, Doctor, Patient and Lab Staff each get their own dashboard and server-enforced permissions. A React frontend talks to Express microservices through an API Gateway, secured with JWT and backed by MySQL, and the whole stack runs in Docker.</a:t>
            </a:r>
            <a:endParaRPr lang="en-US" sz="1400" dirty="0"/>
          </a:p>
        </p:txBody>
      </p:sp>
      <p:sp>
        <p:nvSpPr>
          <p:cNvPr id="4" name="stat"/>
          <p:cNvSpPr/>
          <p:nvPr/>
        </p:nvSpPr>
        <p:spPr>
          <a:xfrm>
            <a:off x="5486400" y="118872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0" y="13716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User roles</a:t>
            </a:r>
            <a:endParaRPr lang="en-US" sz="1300" dirty="0"/>
          </a:p>
        </p:txBody>
      </p:sp>
      <p:sp>
        <p:nvSpPr>
          <p:cNvPr id="7" name="stat"/>
          <p:cNvSpPr/>
          <p:nvPr/>
        </p:nvSpPr>
        <p:spPr>
          <a:xfrm>
            <a:off x="7178040" y="118872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78040" y="13716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Database tables</a:t>
            </a:r>
            <a:endParaRPr lang="en-US" sz="1300" dirty="0"/>
          </a:p>
        </p:txBody>
      </p:sp>
      <p:sp>
        <p:nvSpPr>
          <p:cNvPr id="10" name="stat"/>
          <p:cNvSpPr/>
          <p:nvPr/>
        </p:nvSpPr>
        <p:spPr>
          <a:xfrm>
            <a:off x="5486400" y="292608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0" y="31089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977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Backend services</a:t>
            </a:r>
            <a:endParaRPr lang="en-US" sz="1300" dirty="0"/>
          </a:p>
        </p:txBody>
      </p:sp>
      <p:sp>
        <p:nvSpPr>
          <p:cNvPr id="13" name="stat"/>
          <p:cNvSpPr/>
          <p:nvPr/>
        </p:nvSpPr>
        <p:spPr>
          <a:xfrm>
            <a:off x="7178040" y="292608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78040" y="31089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977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Docker containers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Scattered records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Patient, lab and billing data sit in separate files and registers.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32588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Slow retrieval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Searching paper or spreadsheet records takes time and effort.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32588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Repeated data entry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same details are typed many times, causing inconsistencies.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274320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88036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880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Manual stock tracking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Medicine quantities and expiry dates are hard to monitor.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3246120" y="274320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0" y="288036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8328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2880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Disconnected lab and billing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Tests, results, bills and insurance are not linked to patients.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035040" y="274320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6172200" y="288036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2880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 role-based access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Every user sees the same data, and no one is restricted to their own.</a:t>
            </a:r>
            <a:endParaRPr lang="en-US" sz="1200" dirty="0"/>
          </a:p>
        </p:txBody>
      </p:sp>
      <p:sp>
        <p:nvSpPr>
          <p:cNvPr id="33" name="strip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Result: delays, duplicate records and inconsistent hospital data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3" name="row"/>
          <p:cNvSpPr/>
          <p:nvPr/>
        </p:nvSpPr>
        <p:spPr>
          <a:xfrm>
            <a:off x="457200" y="118872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487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48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Centralize hospital data in one digital platform</a:t>
            </a:r>
            <a:endParaRPr lang="en-US" sz="1400" dirty="0"/>
          </a:p>
        </p:txBody>
      </p:sp>
      <p:sp>
        <p:nvSpPr>
          <p:cNvPr id="7" name="row"/>
          <p:cNvSpPr/>
          <p:nvPr/>
        </p:nvSpPr>
        <p:spPr>
          <a:xfrm>
            <a:off x="4663440" y="118872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4800600" y="13487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348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188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Provide role-based dashboards for Admin, Doctor, Patient and Lab</a:t>
            </a:r>
            <a:endParaRPr lang="en-US" sz="1400" dirty="0"/>
          </a:p>
        </p:txBody>
      </p:sp>
      <p:sp>
        <p:nvSpPr>
          <p:cNvPr id="11" name="row"/>
          <p:cNvSpPr/>
          <p:nvPr/>
        </p:nvSpPr>
        <p:spPr>
          <a:xfrm>
            <a:off x="457200" y="201168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717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71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Manage patients, doctors, specializations and medical records</a:t>
            </a:r>
            <a:endParaRPr lang="en-US" sz="1400" dirty="0"/>
          </a:p>
        </p:txBody>
      </p:sp>
      <p:sp>
        <p:nvSpPr>
          <p:cNvPr id="15" name="row"/>
          <p:cNvSpPr/>
          <p:nvPr/>
        </p:nvSpPr>
        <p:spPr>
          <a:xfrm>
            <a:off x="4663440" y="201168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0600" y="21717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2171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Digitize medicines, stock, expiry and prescriptions</a:t>
            </a:r>
            <a:endParaRPr lang="en-US" sz="1400" dirty="0"/>
          </a:p>
        </p:txBody>
      </p:sp>
      <p:sp>
        <p:nvSpPr>
          <p:cNvPr id="19" name="row"/>
          <p:cNvSpPr/>
          <p:nvPr/>
        </p:nvSpPr>
        <p:spPr>
          <a:xfrm>
            <a:off x="457200" y="283464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9946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994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8346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Streamline lab tests, sample collection, results and reports</a:t>
            </a:r>
            <a:endParaRPr lang="en-US" sz="1400" dirty="0"/>
          </a:p>
        </p:txBody>
      </p:sp>
      <p:sp>
        <p:nvSpPr>
          <p:cNvPr id="23" name="row"/>
          <p:cNvSpPr/>
          <p:nvPr/>
        </p:nvSpPr>
        <p:spPr>
          <a:xfrm>
            <a:off x="4663440" y="283464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29946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00600" y="2994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28346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Organize billing, payments and insurance records</a:t>
            </a:r>
            <a:endParaRPr lang="en-US" sz="1400" dirty="0"/>
          </a:p>
        </p:txBody>
      </p:sp>
      <p:sp>
        <p:nvSpPr>
          <p:cNvPr id="27" name="row"/>
          <p:cNvSpPr/>
          <p:nvPr/>
        </p:nvSpPr>
        <p:spPr>
          <a:xfrm>
            <a:off x="457200" y="365760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38176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817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657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Secure every request with JWT authentication</a:t>
            </a:r>
            <a:endParaRPr lang="en-US" sz="1400" dirty="0"/>
          </a:p>
        </p:txBody>
      </p:sp>
      <p:sp>
        <p:nvSpPr>
          <p:cNvPr id="31" name="row"/>
          <p:cNvSpPr/>
          <p:nvPr/>
        </p:nvSpPr>
        <p:spPr>
          <a:xfrm>
            <a:off x="4663440" y="365760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2" name="Shape 30"/>
          <p:cNvSpPr/>
          <p:nvPr/>
        </p:nvSpPr>
        <p:spPr>
          <a:xfrm>
            <a:off x="4800600" y="38176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00600" y="3817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03520" y="3657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 scalable microservices deployable with Docker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Software Requirements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Frontend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React 18 (component-based UI)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Vite 5 (dev server and build)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JavaScript, HTML, CSS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Backend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Node.js with Express 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jsonwebtoken (JWT), bcryptjs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helmet, cors, rate limiting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mysql2 database driver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Database and Tools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MySQL 8, MySQL Workbench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VS Code, Git and GitHub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and Docker Compose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Postman for API testing</a:t>
            </a:r>
            <a:endParaRPr lang="en-US" sz="1300" dirty="0"/>
          </a:p>
        </p:txBody>
      </p:sp>
      <p:sp>
        <p:nvSpPr>
          <p:cNvPr id="12" name="strip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OS: Windows 10/11, Ubuntu or macOS   |   Browser: Chrome, Edge or Firefox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tier"/>
          <p:cNvSpPr/>
          <p:nvPr/>
        </p:nvSpPr>
        <p:spPr>
          <a:xfrm>
            <a:off x="457200" y="1143000"/>
            <a:ext cx="1554480" cy="3246120"/>
          </a:xfrm>
          <a:prstGeom prst="roundRect">
            <a:avLst>
              <a:gd name="adj" fmla="val 5882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54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React + Vite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(Nginx :8080)</a:t>
            </a:r>
            <a:endParaRPr lang="en-US" sz="1400" dirty="0"/>
          </a:p>
        </p:txBody>
      </p:sp>
      <p:sp>
        <p:nvSpPr>
          <p:cNvPr id="5" name="tier"/>
          <p:cNvSpPr/>
          <p:nvPr/>
        </p:nvSpPr>
        <p:spPr>
          <a:xfrm>
            <a:off x="2651760" y="1143000"/>
            <a:ext cx="1463040" cy="324612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1143000"/>
            <a:ext cx="1463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API Gateway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:5000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JWT check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Routing</a:t>
            </a:r>
            <a:endParaRPr lang="en-US" sz="1400" dirty="0"/>
          </a:p>
        </p:txBody>
      </p:sp>
      <p:sp>
        <p:nvSpPr>
          <p:cNvPr id="7" name="tier"/>
          <p:cNvSpPr/>
          <p:nvPr/>
        </p:nvSpPr>
        <p:spPr>
          <a:xfrm>
            <a:off x="7315200" y="1143000"/>
            <a:ext cx="1371600" cy="324612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0" y="1143000"/>
            <a:ext cx="1371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MySQL 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hospital_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management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12 tables</a:t>
            </a:r>
            <a:endParaRPr lang="en-US" sz="1400" dirty="0"/>
          </a:p>
        </p:txBody>
      </p:sp>
      <p:sp>
        <p:nvSpPr>
          <p:cNvPr id="9" name="svc"/>
          <p:cNvSpPr/>
          <p:nvPr/>
        </p:nvSpPr>
        <p:spPr>
          <a:xfrm>
            <a:off x="4754880" y="114300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143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Auth :5001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137160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0" y="13716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vc"/>
          <p:cNvSpPr/>
          <p:nvPr/>
        </p:nvSpPr>
        <p:spPr>
          <a:xfrm>
            <a:off x="4754880" y="169164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Clinical :5002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192024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0" y="192024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vc"/>
          <p:cNvSpPr/>
          <p:nvPr/>
        </p:nvSpPr>
        <p:spPr>
          <a:xfrm>
            <a:off x="4754880" y="224028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Pharmacy :5003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246888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0" y="246888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svc"/>
          <p:cNvSpPr/>
          <p:nvPr/>
        </p:nvSpPr>
        <p:spPr>
          <a:xfrm>
            <a:off x="4754880" y="278892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Lab :5004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0" y="301752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01752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vc"/>
          <p:cNvSpPr/>
          <p:nvPr/>
        </p:nvSpPr>
        <p:spPr>
          <a:xfrm>
            <a:off x="4754880" y="333756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Billing :5005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356616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0" y="356616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9" name="svc"/>
          <p:cNvSpPr/>
          <p:nvPr/>
        </p:nvSpPr>
        <p:spPr>
          <a:xfrm>
            <a:off x="4754880" y="388620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Analytics :5006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0" y="411480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58000" y="41148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011680" y="276606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REST / JSON over /api, Bearer token on every request. Each microservice re-verifies the JWT.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Frontend: React + Vite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React 18 component-based single-page app, built with Vite 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Pages for patients, doctors, specializations, records, prescriptions, medicines, lab, bills, payments and insurance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Reusable Navbar, Sidebar and Modal components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api.js service layer attaches the JWT to every call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Login and self-registration for new patients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app is served by Nginx inside Docker</a:t>
            </a:r>
            <a:endParaRPr lang="en-US" sz="1300" dirty="0"/>
          </a:p>
        </p:txBody>
      </p:sp>
      <p:sp>
        <p:nvSpPr>
          <p:cNvPr id="5" name="role"/>
          <p:cNvSpPr/>
          <p:nvPr/>
        </p:nvSpPr>
        <p:spPr>
          <a:xfrm>
            <a:off x="5669280" y="1188720"/>
            <a:ext cx="301752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Admin dashboard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Full hospital management</a:t>
            </a:r>
            <a:endParaRPr lang="en-US" sz="1400" dirty="0"/>
          </a:p>
        </p:txBody>
      </p:sp>
      <p:sp>
        <p:nvSpPr>
          <p:cNvPr id="7" name="role"/>
          <p:cNvSpPr/>
          <p:nvPr/>
        </p:nvSpPr>
        <p:spPr>
          <a:xfrm>
            <a:off x="5669280" y="2057400"/>
            <a:ext cx="30175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Doctor dashboard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Records and prescriptions</a:t>
            </a:r>
            <a:endParaRPr lang="en-US" sz="1400" dirty="0"/>
          </a:p>
        </p:txBody>
      </p:sp>
      <p:sp>
        <p:nvSpPr>
          <p:cNvPr id="9" name="role"/>
          <p:cNvSpPr/>
          <p:nvPr/>
        </p:nvSpPr>
        <p:spPr>
          <a:xfrm>
            <a:off x="5669280" y="2926080"/>
            <a:ext cx="301752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Patient dashboard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Own records, bills, reports</a:t>
            </a:r>
            <a:endParaRPr lang="en-US" sz="1400" dirty="0"/>
          </a:p>
        </p:txBody>
      </p:sp>
      <p:sp>
        <p:nvSpPr>
          <p:cNvPr id="11" name="role"/>
          <p:cNvSpPr/>
          <p:nvPr/>
        </p:nvSpPr>
        <p:spPr>
          <a:xfrm>
            <a:off x="5669280" y="3794760"/>
            <a:ext cx="301752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Lab Staff dashboard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Tests, samples,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Backend and Microservices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Gateway :5000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Single entry point. Verifies JWT and routes /api requests.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256032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 :5001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Login, registration, JWT issue, password change.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6344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Clinical :5002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Patients, doctors, specializations, records, prescriptions.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76656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Pharmacy :5003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Medicines, stock and expiry dates.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57200" y="27432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 :5004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246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Lab tests, sample collection and lab reports.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2560320" y="27432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69748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Billing :5005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246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Bills, payments and insurance.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4663440" y="27432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0060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Analytics :5006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246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Role-based dashboard statistics.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6766560" y="27432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Shared module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246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DB pool, JWT auth, HTTP helpers and repository layer.</a:t>
            </a:r>
            <a:endParaRPr lang="en-US" sz="1200" dirty="0"/>
          </a:p>
        </p:txBody>
      </p:sp>
      <p:sp>
        <p:nvSpPr>
          <p:cNvPr id="27" name="strip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Node.js + Express  |  Independent, modular and easy to scale  |  Shared MySQL database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JWT Authentication and Access</a:t>
            </a:r>
            <a:endParaRPr lang="en-US" sz="3000" dirty="0"/>
          </a:p>
        </p:txBody>
      </p:sp>
      <p:sp>
        <p:nvSpPr>
          <p:cNvPr id="3" name="row"/>
          <p:cNvSpPr/>
          <p:nvPr/>
        </p:nvSpPr>
        <p:spPr>
          <a:xfrm>
            <a:off x="457200" y="1188720"/>
            <a:ext cx="393192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075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User logs in with email or username and password</a:t>
            </a:r>
            <a:endParaRPr lang="en-US" sz="1400" dirty="0"/>
          </a:p>
        </p:txBody>
      </p:sp>
      <p:sp>
        <p:nvSpPr>
          <p:cNvPr id="7" name="row"/>
          <p:cNvSpPr/>
          <p:nvPr/>
        </p:nvSpPr>
        <p:spPr>
          <a:xfrm>
            <a:off x="457200" y="1883664"/>
            <a:ext cx="393192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00253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bcrypt verifies the stored password hash</a:t>
            </a:r>
            <a:endParaRPr lang="en-US" sz="1400" dirty="0"/>
          </a:p>
        </p:txBody>
      </p:sp>
      <p:sp>
        <p:nvSpPr>
          <p:cNvPr id="11" name="row"/>
          <p:cNvSpPr/>
          <p:nvPr/>
        </p:nvSpPr>
        <p:spPr>
          <a:xfrm>
            <a:off x="457200" y="2578608"/>
            <a:ext cx="393192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697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7860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 service signs a JWT with user id and role</a:t>
            </a:r>
            <a:endParaRPr lang="en-US" sz="1400" dirty="0"/>
          </a:p>
        </p:txBody>
      </p:sp>
      <p:sp>
        <p:nvSpPr>
          <p:cNvPr id="15" name="row"/>
          <p:cNvSpPr/>
          <p:nvPr/>
        </p:nvSpPr>
        <p:spPr>
          <a:xfrm>
            <a:off x="457200" y="3273552"/>
            <a:ext cx="393192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3924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735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React sends Authorization: Bearer token</a:t>
            </a:r>
            <a:endParaRPr lang="en-US" sz="1400" dirty="0"/>
          </a:p>
        </p:txBody>
      </p:sp>
      <p:sp>
        <p:nvSpPr>
          <p:cNvPr id="19" name="row"/>
          <p:cNvSpPr/>
          <p:nvPr/>
        </p:nvSpPr>
        <p:spPr>
          <a:xfrm>
            <a:off x="457200" y="3968496"/>
            <a:ext cx="393192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40873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9684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Gateway and each service verify token and role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Resource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Doctor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Lab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Patient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Patients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Own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Medical records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Own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Medicines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Lab tests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Lab reports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Own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Bills, payments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R/W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Own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466344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 = read, W = write, Own = own data only. Server returns 401 for a missing or expired token and 403 for the wrong role.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Docker Deployment</a:t>
            </a:r>
            <a:endParaRPr lang="en-US" sz="3000" dirty="0"/>
          </a:p>
        </p:txBody>
      </p:sp>
      <p:sp>
        <p:nvSpPr>
          <p:cNvPr id="3" name="row"/>
          <p:cNvSpPr/>
          <p:nvPr/>
        </p:nvSpPr>
        <p:spPr>
          <a:xfrm>
            <a:off x="457200" y="1188720"/>
            <a:ext cx="45720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944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One image, many services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 single backend Dockerfile builds each service using a SERVICE argument.</a:t>
            </a:r>
            <a:endParaRPr lang="en-US" sz="1400" dirty="0"/>
          </a:p>
        </p:txBody>
      </p:sp>
      <p:sp>
        <p:nvSpPr>
          <p:cNvPr id="7" name="row"/>
          <p:cNvSpPr/>
          <p:nvPr/>
        </p:nvSpPr>
        <p:spPr>
          <a:xfrm>
            <a:off x="457200" y="2057400"/>
            <a:ext cx="45720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2631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0574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Frontend on Nginx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The Vite build is served by Nginx on port 8080.</a:t>
            </a:r>
            <a:endParaRPr lang="en-US" sz="1400" dirty="0"/>
          </a:p>
        </p:txBody>
      </p:sp>
      <p:sp>
        <p:nvSpPr>
          <p:cNvPr id="11" name="row"/>
          <p:cNvSpPr/>
          <p:nvPr/>
        </p:nvSpPr>
        <p:spPr>
          <a:xfrm>
            <a:off x="457200" y="2926080"/>
            <a:ext cx="45720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31318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260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Compose orchestration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docker-compose runs 8 containers: gateway, 6 services and frontend.</a:t>
            </a:r>
            <a:endParaRPr lang="en-US" sz="1400" dirty="0"/>
          </a:p>
        </p:txBody>
      </p:sp>
      <p:sp>
        <p:nvSpPr>
          <p:cNvPr id="15" name="row"/>
          <p:cNvSpPr/>
          <p:nvPr/>
        </p:nvSpPr>
        <p:spPr>
          <a:xfrm>
            <a:off x="457200" y="3794760"/>
            <a:ext cx="45720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0005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000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947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MySQL on the host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Containers reach the existing database via host.docker.internal.</a:t>
            </a:r>
            <a:endParaRPr lang="en-US" sz="1400" dirty="0"/>
          </a:p>
        </p:txBody>
      </p:sp>
      <p:sp>
        <p:nvSpPr>
          <p:cNvPr id="19" name="code"/>
          <p:cNvSpPr/>
          <p:nvPr/>
        </p:nvSpPr>
        <p:spPr>
          <a:xfrm>
            <a:off x="5303520" y="1188720"/>
            <a:ext cx="3383280" cy="329184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0" y="141732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one-time DB setup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--profile tools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--rm db-seed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and start all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open the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Our Website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097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" y="1645920"/>
            <a:ext cx="1554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73736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Open and sign in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Register as a patient or log in with email or username.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74620" y="1097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746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2125980" y="1645920"/>
            <a:ext cx="1554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35708" y="173736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Get a JWT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Auth service returns a signed token and the user role.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097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3794760" y="1645920"/>
            <a:ext cx="1554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04488" y="173736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Role dashboard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React shows only the modules allowed for that role.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12180" y="1097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121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63540" y="1645920"/>
            <a:ext cx="1554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73268" y="173736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API request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Page calls /api through the gateway with the token.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1097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7132320" y="1645920"/>
            <a:ext cx="1554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42048" y="173736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Verify and respond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Service checks token and role, queries MySQL, returns JSON.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Workflow by role</a:t>
            </a:r>
            <a:endParaRPr lang="en-US" sz="1400" dirty="0"/>
          </a:p>
        </p:txBody>
      </p:sp>
      <p:sp>
        <p:nvSpPr>
          <p:cNvPr id="24" name="role"/>
          <p:cNvSpPr/>
          <p:nvPr/>
        </p:nvSpPr>
        <p:spPr>
          <a:xfrm>
            <a:off x="457200" y="356616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3630168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Admin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Manages patients, doctors, medicines, bills, payments and insurance.</a:t>
            </a:r>
            <a:endParaRPr lang="en-US" sz="1400" dirty="0"/>
          </a:p>
        </p:txBody>
      </p:sp>
      <p:sp>
        <p:nvSpPr>
          <p:cNvPr id="26" name="role"/>
          <p:cNvSpPr/>
          <p:nvPr/>
        </p:nvSpPr>
        <p:spPr>
          <a:xfrm>
            <a:off x="2560320" y="356616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670048" y="3630168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Doctor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Views patients, writes medical records and prescriptions.</a:t>
            </a:r>
            <a:endParaRPr lang="en-US" sz="1400" dirty="0"/>
          </a:p>
        </p:txBody>
      </p:sp>
      <p:sp>
        <p:nvSpPr>
          <p:cNvPr id="28" name="role"/>
          <p:cNvSpPr/>
          <p:nvPr/>
        </p:nvSpPr>
        <p:spPr>
          <a:xfrm>
            <a:off x="4663440" y="356616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73168" y="3630168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Lab Staff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Collects samples, records results, manages lab reports.</a:t>
            </a:r>
            <a:endParaRPr lang="en-US" sz="1400" dirty="0"/>
          </a:p>
        </p:txBody>
      </p:sp>
      <p:sp>
        <p:nvSpPr>
          <p:cNvPr id="30" name="role"/>
          <p:cNvSpPr/>
          <p:nvPr/>
        </p:nvSpPr>
        <p:spPr>
          <a:xfrm>
            <a:off x="6766560" y="356616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76288" y="3630168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Patient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Views own records, prescriptions, lab reports and bills.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Scope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What we achieved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Centralized platform for 12 hospital data modules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Role-based dashboards for four user types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Secure JWT and bcrypt authentication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Microservices deployed with Docker</a:t>
            </a:r>
            <a:endParaRPr lang="en-US" sz="1400" dirty="0"/>
          </a:p>
        </p:txBody>
      </p:sp>
      <p:sp>
        <p:nvSpPr>
          <p:cNvPr id="6" name="panel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Future enhancements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Appointment scheduling and online consultation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Medicine-expiry and low-stock alerts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Lab report file storage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Analytics, audit logs and cloud CI/CD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Hospital Management System  |  CarePulse HMS</a:t>
            </a:r>
            <a:endParaRPr lang="en-US" sz="1600" dirty="0"/>
          </a:p>
        </p:txBody>
      </p:sp>
      <p:sp>
        <p:nvSpPr>
          <p:cNvPr id="4" name="closing"/>
          <p:cNvSpPr/>
          <p:nvPr/>
        </p:nvSpPr>
        <p:spPr>
          <a:xfrm>
            <a:off x="457200" y="2286000"/>
            <a:ext cx="822960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G. Rishitha (2520030101)   |   Sree Haasini (2520030491)   |   A Priya (2520030492)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Guide: Dr Y Prashanthi, Assistant Professor, Department of CSE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Pulse">
  <a:themeElements>
    <a:clrScheme name="CarePulse">
      <a:dk1>
        <a:srgbClr val="0B2B33"/>
      </a:dk1>
      <a:lt1>
        <a:srgbClr val="FFFFFF"/>
      </a:lt1>
      <a:dk2>
        <a:srgbClr val="0E5A64"/>
      </a:dk2>
      <a:lt2>
        <a:srgbClr val="EAF6F5"/>
      </a:lt2>
      <a:accent1>
        <a:srgbClr val="12A5A0"/>
      </a:accent1>
      <a:accent2>
        <a:srgbClr val="D9534F"/>
      </a:accent2>
      <a:accent3>
        <a:srgbClr val="1F4E79"/>
      </a:accent3>
      <a:accent4>
        <a:srgbClr val="F2B84B"/>
      </a:accent4>
      <a:accent5>
        <a:srgbClr val="6C8EAD"/>
      </a:accent5>
      <a:accent6>
        <a:srgbClr val="8FD3C8"/>
      </a:accent6>
      <a:hlink>
        <a:srgbClr val="0E5A64"/>
      </a:hlink>
      <a:folHlink>
        <a:srgbClr val="6C8EAD"/>
      </a:folHlink>
    </a:clrScheme>
    <a:fontScheme name="CarePul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1153</Words>
  <Application>Microsoft Office PowerPoint</Application>
  <PresentationFormat>On-screen Show (16:9)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CarePulse</vt:lpstr>
      <vt:lpstr>Hospital Management System</vt:lpstr>
      <vt:lpstr>Abstract</vt:lpstr>
      <vt:lpstr>Problem Statement</vt:lpstr>
      <vt:lpstr>Project Objectives</vt:lpstr>
      <vt:lpstr>Software Requirements</vt:lpstr>
      <vt:lpstr>System Architecture</vt:lpstr>
      <vt:lpstr>Frontend: React + Vite</vt:lpstr>
      <vt:lpstr>Backend and Microservices</vt:lpstr>
      <vt:lpstr>JWT Authentication and Access</vt:lpstr>
      <vt:lpstr>Docker Deployment</vt:lpstr>
      <vt:lpstr>How Our Website Works</vt:lpstr>
      <vt:lpstr>Conclusion and Future Scope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PptxGenJS</dc:creator>
  <cp:lastModifiedBy>shrinithagandu@outlook.com</cp:lastModifiedBy>
  <cp:revision>2</cp:revision>
  <dcterms:created xsi:type="dcterms:W3CDTF">2026-10-02T07:10:29Z</dcterms:created>
  <dcterms:modified xsi:type="dcterms:W3CDTF">2026-10-02T07:13:38Z</dcterms:modified>
</cp:coreProperties>
</file>